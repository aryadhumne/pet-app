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itchFamily="34" charset="0"/>
      <p:regular r:id="rId8"/>
      <p:bold r:id="rId9"/>
      <p:italic r:id="rId10"/>
      <p:boldItalic r:id="rId11"/>
    </p:embeddedFont>
    <p:embeddedFont>
      <p:font typeface="Times New Roman Bold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00822"/>
            <a:ext cx="8186734" cy="121444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Dr Babasaheb Ambedkar Technological University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</p:spPr>
      </p:pic>
      <p:graphicFrame>
        <p:nvGraphicFramePr>
          <p:cNvPr id="5" name="Google Shape;104;p13"/>
          <p:cNvGraphicFramePr/>
          <p:nvPr/>
        </p:nvGraphicFramePr>
        <p:xfrm>
          <a:off x="0" y="8436625"/>
          <a:ext cx="18288000" cy="19755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96034"/>
                <a:gridCol w="7210407"/>
                <a:gridCol w="4781559"/>
              </a:tblGrid>
              <a:tr h="821675">
                <a:tc>
                  <a:txBody>
                    <a:bodyPr/>
                    <a:lstStyle/>
                    <a:p>
                      <a:pPr marL="177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 ID: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Theme: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category: Hardware/Software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951435">
                <a:tc gridSpan="3">
                  <a:txBody>
                    <a:bodyPr/>
                    <a:lstStyle/>
                    <a:p>
                      <a:pPr marL="177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Title: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74900" cy="13032295"/>
          </a:xfrm>
          <a:custGeom>
            <a:avLst/>
            <a:gdLst/>
            <a:ahLst/>
            <a:cxnLst/>
            <a:rect l="l" t="t" r="r" b="b"/>
            <a:pathLst>
              <a:path w="18474900" h="13032295">
                <a:moveTo>
                  <a:pt x="0" y="0"/>
                </a:moveTo>
                <a:lnTo>
                  <a:pt x="18474900" y="0"/>
                </a:lnTo>
                <a:lnTo>
                  <a:pt x="18474900" y="13032295"/>
                </a:lnTo>
                <a:lnTo>
                  <a:pt x="0" y="13032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1519" y="2980573"/>
            <a:ext cx="1307562" cy="1307562"/>
          </a:xfrm>
          <a:custGeom>
            <a:avLst/>
            <a:gdLst/>
            <a:ahLst/>
            <a:cxnLst/>
            <a:rect l="l" t="t" r="r" b="b"/>
            <a:pathLst>
              <a:path w="1307562" h="1307562">
                <a:moveTo>
                  <a:pt x="0" y="0"/>
                </a:moveTo>
                <a:lnTo>
                  <a:pt x="1307562" y="0"/>
                </a:lnTo>
                <a:lnTo>
                  <a:pt x="1307562" y="1307562"/>
                </a:lnTo>
                <a:lnTo>
                  <a:pt x="0" y="1307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89950" y="3022493"/>
            <a:ext cx="1265642" cy="1265642"/>
          </a:xfrm>
          <a:custGeom>
            <a:avLst/>
            <a:gdLst/>
            <a:ahLst/>
            <a:cxnLst/>
            <a:rect l="l" t="t" r="r" b="b"/>
            <a:pathLst>
              <a:path w="1265642" h="1265642">
                <a:moveTo>
                  <a:pt x="0" y="0"/>
                </a:moveTo>
                <a:lnTo>
                  <a:pt x="1265642" y="0"/>
                </a:lnTo>
                <a:lnTo>
                  <a:pt x="1265642" y="1265642"/>
                </a:lnTo>
                <a:lnTo>
                  <a:pt x="0" y="1265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06385" y="485003"/>
            <a:ext cx="2699736" cy="2291263"/>
          </a:xfrm>
          <a:custGeom>
            <a:avLst/>
            <a:gdLst/>
            <a:ahLst/>
            <a:cxnLst/>
            <a:rect l="l" t="t" r="r" b="b"/>
            <a:pathLst>
              <a:path w="2699736" h="2291263">
                <a:moveTo>
                  <a:pt x="0" y="0"/>
                </a:moveTo>
                <a:lnTo>
                  <a:pt x="2699735" y="0"/>
                </a:lnTo>
                <a:lnTo>
                  <a:pt x="2699735" y="2291263"/>
                </a:lnTo>
                <a:lnTo>
                  <a:pt x="0" y="229126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t="-44273" r="-11079" b="-30235"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0" y="2455887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25" y="2656284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H="1">
            <a:off x="1028700" y="0"/>
            <a:ext cx="0" cy="10287000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847725" y="-201584"/>
            <a:ext cx="0" cy="1048858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279102" y="923925"/>
            <a:ext cx="4866749" cy="80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4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2850" y="2904843"/>
            <a:ext cx="4818413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507FA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 of Idea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2476" y="3395769"/>
            <a:ext cx="4440582" cy="93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Clear and concise introduction to your concept.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84040" y="2832704"/>
            <a:ext cx="3153847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EB677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7092" y="3395769"/>
            <a:ext cx="5827596" cy="93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specific problem, need, or gap your project aims to address. 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9256500" y="2690541"/>
            <a:ext cx="0" cy="1828839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3823" y="-372204"/>
            <a:ext cx="19515645" cy="13766442"/>
          </a:xfrm>
          <a:custGeom>
            <a:avLst/>
            <a:gdLst/>
            <a:ahLst/>
            <a:cxnLst/>
            <a:rect l="l" t="t" r="r" b="b"/>
            <a:pathLst>
              <a:path w="19515645" h="13766442">
                <a:moveTo>
                  <a:pt x="0" y="0"/>
                </a:moveTo>
                <a:lnTo>
                  <a:pt x="19515646" y="0"/>
                </a:lnTo>
                <a:lnTo>
                  <a:pt x="19515646" y="13766441"/>
                </a:lnTo>
                <a:lnTo>
                  <a:pt x="0" y="13766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06385" y="164624"/>
            <a:ext cx="2699736" cy="2291263"/>
          </a:xfrm>
          <a:custGeom>
            <a:avLst/>
            <a:gdLst/>
            <a:ahLst/>
            <a:cxnLst/>
            <a:rect l="l" t="t" r="r" b="b"/>
            <a:pathLst>
              <a:path w="2699736" h="2291263">
                <a:moveTo>
                  <a:pt x="0" y="0"/>
                </a:moveTo>
                <a:lnTo>
                  <a:pt x="2699735" y="0"/>
                </a:lnTo>
                <a:lnTo>
                  <a:pt x="2699735" y="2291263"/>
                </a:lnTo>
                <a:lnTo>
                  <a:pt x="0" y="229126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44273" r="-11079" b="-30235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2455887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5" y="2656284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028700" y="0"/>
            <a:ext cx="0" cy="10287000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47725" y="-201584"/>
            <a:ext cx="0" cy="1048858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171575" y="3042965"/>
            <a:ext cx="1635093" cy="1635093"/>
          </a:xfrm>
          <a:custGeom>
            <a:avLst/>
            <a:gdLst/>
            <a:ahLst/>
            <a:cxnLst/>
            <a:rect l="l" t="t" r="r" b="b"/>
            <a:pathLst>
              <a:path w="1635093" h="1635093">
                <a:moveTo>
                  <a:pt x="0" y="0"/>
                </a:moveTo>
                <a:lnTo>
                  <a:pt x="1635093" y="0"/>
                </a:lnTo>
                <a:lnTo>
                  <a:pt x="1635093" y="1635093"/>
                </a:lnTo>
                <a:lnTo>
                  <a:pt x="0" y="163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94100" y="3240139"/>
            <a:ext cx="1670212" cy="1670212"/>
          </a:xfrm>
          <a:custGeom>
            <a:avLst/>
            <a:gdLst/>
            <a:ahLst/>
            <a:cxnLst/>
            <a:rect l="l" t="t" r="r" b="b"/>
            <a:pathLst>
              <a:path w="1670212" h="1670212">
                <a:moveTo>
                  <a:pt x="0" y="0"/>
                </a:moveTo>
                <a:lnTo>
                  <a:pt x="1670212" y="0"/>
                </a:lnTo>
                <a:lnTo>
                  <a:pt x="1670212" y="1670212"/>
                </a:lnTo>
                <a:lnTo>
                  <a:pt x="0" y="1670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11468" y="3397088"/>
            <a:ext cx="4818413" cy="154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1">
                <a:solidFill>
                  <a:srgbClr val="507FA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Solution</a:t>
            </a:r>
          </a:p>
          <a:p>
            <a:pPr algn="ctr">
              <a:lnSpc>
                <a:spcPts val="4102"/>
              </a:lnSpc>
            </a:pPr>
            <a:endParaRPr/>
          </a:p>
          <a:p>
            <a:pPr algn="ctr">
              <a:lnSpc>
                <a:spcPts val="4102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3111468" y="3977005"/>
            <a:ext cx="6184602" cy="93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the current solution for the identified problem?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69112" y="3344360"/>
            <a:ext cx="2990017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EB677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88137" y="4014606"/>
            <a:ext cx="7482020" cy="1269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  <a:spcBef>
                <a:spcPct val="0"/>
              </a:spcBef>
            </a:pPr>
            <a:r>
              <a:rPr lang="en-US" sz="23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solution you have suggested.</a:t>
            </a:r>
          </a:p>
          <a:p>
            <a:pPr algn="l">
              <a:lnSpc>
                <a:spcPts val="3347"/>
              </a:lnSpc>
              <a:spcBef>
                <a:spcPct val="0"/>
              </a:spcBef>
            </a:pPr>
            <a:r>
              <a:rPr lang="en-US" sz="23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your project solves the identified problem?</a:t>
            </a:r>
          </a:p>
          <a:p>
            <a:pPr algn="l">
              <a:lnSpc>
                <a:spcPts val="3347"/>
              </a:lnSpc>
              <a:spcBef>
                <a:spcPct val="0"/>
              </a:spcBef>
            </a:pPr>
            <a:r>
              <a:rPr lang="en-US" sz="23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Highlight its uniqueness and effectiveness.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4659" y="854694"/>
            <a:ext cx="4579144" cy="80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4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9256500" y="2690541"/>
            <a:ext cx="0" cy="1828839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125" cy="10564639"/>
          </a:xfrm>
          <a:custGeom>
            <a:avLst/>
            <a:gdLst/>
            <a:ahLst/>
            <a:cxnLst/>
            <a:rect l="l" t="t" r="r" b="b"/>
            <a:pathLst>
              <a:path w="18288125" h="10564639">
                <a:moveTo>
                  <a:pt x="0" y="0"/>
                </a:moveTo>
                <a:lnTo>
                  <a:pt x="18288125" y="0"/>
                </a:lnTo>
                <a:lnTo>
                  <a:pt x="18288125" y="10564639"/>
                </a:lnTo>
                <a:lnTo>
                  <a:pt x="0" y="1056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00" r="-5400" b="-3529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06385" y="164624"/>
            <a:ext cx="2699736" cy="2291263"/>
          </a:xfrm>
          <a:custGeom>
            <a:avLst/>
            <a:gdLst/>
            <a:ahLst/>
            <a:cxnLst/>
            <a:rect l="l" t="t" r="r" b="b"/>
            <a:pathLst>
              <a:path w="2699736" h="2291263">
                <a:moveTo>
                  <a:pt x="0" y="0"/>
                </a:moveTo>
                <a:lnTo>
                  <a:pt x="2699735" y="0"/>
                </a:lnTo>
                <a:lnTo>
                  <a:pt x="2699735" y="2291263"/>
                </a:lnTo>
                <a:lnTo>
                  <a:pt x="0" y="229126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44273" r="-11079" b="-30235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2455887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5" y="2656284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028700" y="0"/>
            <a:ext cx="0" cy="10287000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47725" y="-201584"/>
            <a:ext cx="0" cy="1048858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363648" y="3042965"/>
            <a:ext cx="1127122" cy="1127122"/>
          </a:xfrm>
          <a:custGeom>
            <a:avLst/>
            <a:gdLst/>
            <a:ahLst/>
            <a:cxnLst/>
            <a:rect l="l" t="t" r="r" b="b"/>
            <a:pathLst>
              <a:path w="1127122" h="1127122">
                <a:moveTo>
                  <a:pt x="0" y="0"/>
                </a:moveTo>
                <a:lnTo>
                  <a:pt x="1127122" y="0"/>
                </a:lnTo>
                <a:lnTo>
                  <a:pt x="11271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54797" y="3042965"/>
            <a:ext cx="1340952" cy="1340952"/>
          </a:xfrm>
          <a:custGeom>
            <a:avLst/>
            <a:gdLst/>
            <a:ahLst/>
            <a:cxnLst/>
            <a:rect l="l" t="t" r="r" b="b"/>
            <a:pathLst>
              <a:path w="1340952" h="1340952">
                <a:moveTo>
                  <a:pt x="0" y="0"/>
                </a:moveTo>
                <a:lnTo>
                  <a:pt x="1340951" y="0"/>
                </a:lnTo>
                <a:lnTo>
                  <a:pt x="1340951" y="1340952"/>
                </a:lnTo>
                <a:lnTo>
                  <a:pt x="0" y="13409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79102" y="1020914"/>
            <a:ext cx="4241483" cy="80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1"/>
              </a:lnSpc>
              <a:spcBef>
                <a:spcPct val="0"/>
              </a:spcBef>
            </a:pPr>
            <a:r>
              <a:rPr lang="en-US" sz="4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6668" y="3078133"/>
            <a:ext cx="5017824" cy="103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507FA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and process for implementation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06668" y="4103412"/>
            <a:ext cx="6497121" cy="46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diagram/Flowcharts/process/prototype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09815" y="3223438"/>
            <a:ext cx="3203019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E866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Engineering Design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95748" y="4041960"/>
            <a:ext cx="6409046" cy="37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360" lvl="1" indent="-284180" algn="just">
              <a:lnSpc>
                <a:spcPts val="3685"/>
              </a:lnSpc>
              <a:buFont typeface="Arial"/>
              <a:buChar char="•"/>
            </a:pPr>
            <a:r>
              <a:rPr lang="en-US" sz="263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design aspects</a:t>
            </a:r>
          </a:p>
          <a:p>
            <a:pPr marL="568360" lvl="1" indent="-284180" algn="just">
              <a:lnSpc>
                <a:spcPts val="3685"/>
              </a:lnSpc>
              <a:buFont typeface="Arial"/>
              <a:buChar char="•"/>
            </a:pPr>
            <a:r>
              <a:rPr lang="en-US" sz="263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Specify the programming languages, simulation tools, or frameworks used. </a:t>
            </a:r>
          </a:p>
          <a:p>
            <a:pPr marL="568360" lvl="1" indent="-284180" algn="just">
              <a:lnSpc>
                <a:spcPts val="3685"/>
              </a:lnSpc>
              <a:buFont typeface="Arial"/>
              <a:buChar char="•"/>
            </a:pPr>
            <a:r>
              <a:rPr lang="en-US" sz="263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components: List the hardware elements used </a:t>
            </a:r>
          </a:p>
          <a:p>
            <a:pPr marL="568360" lvl="1" indent="-284180" algn="just">
              <a:lnSpc>
                <a:spcPts val="3685"/>
              </a:lnSpc>
              <a:buFont typeface="Arial"/>
              <a:buChar char="•"/>
            </a:pPr>
            <a:r>
              <a:rPr lang="en-US" sz="263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show CAD diagrams, simulations, codes, etc.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9256500" y="2690541"/>
            <a:ext cx="0" cy="1828839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97" t="-15938" b="-1322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06385" y="164624"/>
            <a:ext cx="2699736" cy="2291263"/>
          </a:xfrm>
          <a:custGeom>
            <a:avLst/>
            <a:gdLst/>
            <a:ahLst/>
            <a:cxnLst/>
            <a:rect l="l" t="t" r="r" b="b"/>
            <a:pathLst>
              <a:path w="2699736" h="2291263">
                <a:moveTo>
                  <a:pt x="0" y="0"/>
                </a:moveTo>
                <a:lnTo>
                  <a:pt x="2699735" y="0"/>
                </a:lnTo>
                <a:lnTo>
                  <a:pt x="2699735" y="2291263"/>
                </a:lnTo>
                <a:lnTo>
                  <a:pt x="0" y="229126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44273" r="-11079" b="-30235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2455887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5" y="2656284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028700" y="0"/>
            <a:ext cx="0" cy="10287000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47725" y="-201584"/>
            <a:ext cx="0" cy="1048858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297617" y="3117069"/>
            <a:ext cx="1194007" cy="1194007"/>
          </a:xfrm>
          <a:custGeom>
            <a:avLst/>
            <a:gdLst/>
            <a:ahLst/>
            <a:cxnLst/>
            <a:rect l="l" t="t" r="r" b="b"/>
            <a:pathLst>
              <a:path w="1194007" h="1194007">
                <a:moveTo>
                  <a:pt x="0" y="0"/>
                </a:moveTo>
                <a:lnTo>
                  <a:pt x="1194007" y="0"/>
                </a:lnTo>
                <a:lnTo>
                  <a:pt x="1194007" y="1194007"/>
                </a:lnTo>
                <a:lnTo>
                  <a:pt x="0" y="1194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67556" y="3117069"/>
            <a:ext cx="1086351" cy="1086351"/>
          </a:xfrm>
          <a:custGeom>
            <a:avLst/>
            <a:gdLst/>
            <a:ahLst/>
            <a:cxnLst/>
            <a:rect l="l" t="t" r="r" b="b"/>
            <a:pathLst>
              <a:path w="1086351" h="1086351">
                <a:moveTo>
                  <a:pt x="0" y="0"/>
                </a:moveTo>
                <a:lnTo>
                  <a:pt x="1086352" y="0"/>
                </a:lnTo>
                <a:lnTo>
                  <a:pt x="1086352" y="1086351"/>
                </a:lnTo>
                <a:lnTo>
                  <a:pt x="0" y="1086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0937" y="6507035"/>
            <a:ext cx="1100686" cy="1100686"/>
          </a:xfrm>
          <a:custGeom>
            <a:avLst/>
            <a:gdLst/>
            <a:ahLst/>
            <a:cxnLst/>
            <a:rect l="l" t="t" r="r" b="b"/>
            <a:pathLst>
              <a:path w="1100686" h="1100686">
                <a:moveTo>
                  <a:pt x="0" y="0"/>
                </a:moveTo>
                <a:lnTo>
                  <a:pt x="1100687" y="0"/>
                </a:lnTo>
                <a:lnTo>
                  <a:pt x="1100687" y="1100686"/>
                </a:lnTo>
                <a:lnTo>
                  <a:pt x="0" y="110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97617" y="923925"/>
            <a:ext cx="5847636" cy="80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4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20249" y="3197921"/>
            <a:ext cx="3574852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4C7FA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the solution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34499" y="3820590"/>
            <a:ext cx="6230009" cy="833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sz="23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how your project will benefit society, industry, or the environment.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1558" y="3040869"/>
            <a:ext cx="1870591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E866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96783" y="3671320"/>
            <a:ext cx="5293452" cy="186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concluding remark on the presented work based on Need, effectiveness, feasibility, USP, commercial viability, IPR.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4524" y="6541227"/>
            <a:ext cx="4538782" cy="51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9" b="1">
                <a:solidFill>
                  <a:srgbClr val="9AB30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Specific areas of application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34499" y="7152628"/>
            <a:ext cx="5660589" cy="93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Enlist the places, domains, or industries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where your project can be applied. 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9256500" y="2690541"/>
            <a:ext cx="0" cy="1828839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" y="-201584"/>
            <a:ext cx="18431857" cy="11160202"/>
          </a:xfrm>
          <a:custGeom>
            <a:avLst/>
            <a:gdLst/>
            <a:ahLst/>
            <a:cxnLst/>
            <a:rect l="l" t="t" r="r" b="b"/>
            <a:pathLst>
              <a:path w="18431857" h="11160202">
                <a:moveTo>
                  <a:pt x="0" y="0"/>
                </a:moveTo>
                <a:lnTo>
                  <a:pt x="18431856" y="0"/>
                </a:lnTo>
                <a:lnTo>
                  <a:pt x="18431856" y="11160202"/>
                </a:lnTo>
                <a:lnTo>
                  <a:pt x="0" y="11160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77" t="-10451" b="-1045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06385" y="164624"/>
            <a:ext cx="2699736" cy="2291263"/>
          </a:xfrm>
          <a:custGeom>
            <a:avLst/>
            <a:gdLst/>
            <a:ahLst/>
            <a:cxnLst/>
            <a:rect l="l" t="t" r="r" b="b"/>
            <a:pathLst>
              <a:path w="2699736" h="2291263">
                <a:moveTo>
                  <a:pt x="0" y="0"/>
                </a:moveTo>
                <a:lnTo>
                  <a:pt x="2699735" y="0"/>
                </a:lnTo>
                <a:lnTo>
                  <a:pt x="2699735" y="2291263"/>
                </a:lnTo>
                <a:lnTo>
                  <a:pt x="0" y="229126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44273" r="-11079" b="-30235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2455887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5" y="2656284"/>
            <a:ext cx="18288000" cy="119982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028700" y="0"/>
            <a:ext cx="0" cy="10287000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47725" y="-201584"/>
            <a:ext cx="0" cy="10488584"/>
          </a:xfrm>
          <a:prstGeom prst="line">
            <a:avLst/>
          </a:prstGeom>
          <a:ln w="38100" cap="flat">
            <a:solidFill>
              <a:srgbClr val="F6A8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5276363" y="4236336"/>
            <a:ext cx="8809978" cy="200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6"/>
              </a:lnSpc>
              <a:spcBef>
                <a:spcPct val="0"/>
              </a:spcBef>
            </a:pPr>
            <a:r>
              <a:rPr lang="en-US" sz="11368" b="1">
                <a:solidFill>
                  <a:srgbClr val="F6A8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Times New Roman Bold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Babasaheb Ambedkar Technological University</dc:title>
  <dc:creator>AYUSH PARIKH</dc:creator>
  <cp:lastModifiedBy>Windows User</cp:lastModifiedBy>
  <cp:revision>2</cp:revision>
  <dcterms:created xsi:type="dcterms:W3CDTF">2006-08-16T00:00:00Z</dcterms:created>
  <dcterms:modified xsi:type="dcterms:W3CDTF">2026-01-21T06:24:59Z</dcterms:modified>
  <dc:identifier>DAG-TUhrch8</dc:identifier>
</cp:coreProperties>
</file>